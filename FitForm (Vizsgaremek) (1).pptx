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2" r:id="rId5"/>
    <p:sldId id="260" r:id="rId6"/>
    <p:sldId id="263" r:id="rId7"/>
    <p:sldId id="259" r:id="rId8"/>
    <p:sldId id="265" r:id="rId9"/>
    <p:sldId id="266" r:id="rId10"/>
    <p:sldId id="268" r:id="rId11"/>
    <p:sldId id="261" r:id="rId12"/>
    <p:sldId id="264" r:id="rId1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dácsi Dávid" initials="RD" lastIdx="1" clrIdx="0">
    <p:extLst>
      <p:ext uri="{19B8F6BF-5375-455C-9EA6-DF929625EA0E}">
        <p15:presenceInfo xmlns:p15="http://schemas.microsoft.com/office/powerpoint/2012/main" userId="Radácsi Dávid" providerId="None"/>
      </p:ext>
    </p:extLst>
  </p:cmAuthor>
  <p:cmAuthor id="2" name="Dávid Radácsi" initials="DR" lastIdx="1" clrIdx="1">
    <p:extLst>
      <p:ext uri="{19B8F6BF-5375-455C-9EA6-DF929625EA0E}">
        <p15:presenceInfo xmlns:p15="http://schemas.microsoft.com/office/powerpoint/2012/main" userId="8a5203cdf7a972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4349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770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6149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6470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3922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2621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81655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3794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2299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4472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739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435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449185" y="1637607"/>
            <a:ext cx="9144000" cy="883141"/>
          </a:xfrm>
        </p:spPr>
        <p:txBody>
          <a:bodyPr>
            <a:normAutofit fontScale="90000"/>
          </a:bodyPr>
          <a:lstStyle/>
          <a:p>
            <a:r>
              <a:rPr lang="hu-HU" dirty="0" err="1">
                <a:latin typeface="Arial Black" panose="020B0A04020102020204" pitchFamily="34" charset="0"/>
              </a:rPr>
              <a:t>FitProject</a:t>
            </a:r>
            <a:r>
              <a:rPr lang="hu-HU" dirty="0">
                <a:latin typeface="Arial Black" panose="020B0A04020102020204" pitchFamily="34" charset="0"/>
              </a:rPr>
              <a:t> </a:t>
            </a:r>
            <a:r>
              <a:rPr lang="hu-HU" dirty="0"/>
              <a:t>(Vizsgaremek)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339470" cy="1490870"/>
          </a:xfrm>
        </p:spPr>
        <p:txBody>
          <a:bodyPr>
            <a:normAutofit/>
          </a:bodyPr>
          <a:lstStyle/>
          <a:p>
            <a:r>
              <a:rPr lang="hu-HU" sz="2000" dirty="0"/>
              <a:t>Az életmódbeli változást fontolgató emberek számára hasznos eszközként szolgál, amelyben elérhetőek a BMI/kalória kalkulátorok, valamint receptek és egészséges hozzávalók. </a:t>
            </a:r>
          </a:p>
          <a:p>
            <a:r>
              <a:rPr lang="hu-HU" sz="2000" dirty="0"/>
              <a:t>Készítette: Vályi Roland, </a:t>
            </a:r>
            <a:r>
              <a:rPr lang="hu-HU" sz="2000" dirty="0" err="1"/>
              <a:t>Iroczki</a:t>
            </a:r>
            <a:r>
              <a:rPr lang="hu-HU" sz="2000" dirty="0"/>
              <a:t> Béla, Radácsi Dávid</a:t>
            </a:r>
          </a:p>
        </p:txBody>
      </p:sp>
    </p:spTree>
    <p:extLst>
      <p:ext uri="{BB962C8B-B14F-4D97-AF65-F5344CB8AC3E}">
        <p14:creationId xmlns:p14="http://schemas.microsoft.com/office/powerpoint/2010/main" val="1720150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Miért készült?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Fontosnak tartjuk az egészséges táplálkozást és rendszeres testmozgást így nem is volt kérdés a témakör</a:t>
            </a:r>
          </a:p>
          <a:p>
            <a:r>
              <a:rPr lang="hu-HU" dirty="0"/>
              <a:t> Célunk egy olyan program készítése amely tényleges segítséget nyújt 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15044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Miért kifizetődő?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Önbizalom növelése(fizikai megjelenés)</a:t>
            </a:r>
          </a:p>
          <a:p>
            <a:r>
              <a:rPr lang="hu-HU" dirty="0"/>
              <a:t>Mentális egészség javítása (endorfin, szorongás csökkentés)</a:t>
            </a:r>
          </a:p>
          <a:p>
            <a:r>
              <a:rPr lang="hu-HU" dirty="0"/>
              <a:t>Egészséges szokások kialakítása(betegségek megelőzése)</a:t>
            </a:r>
          </a:p>
          <a:p>
            <a:r>
              <a:rPr lang="hu-HU" dirty="0"/>
              <a:t>Közösségi támogatás(bíztatás, pozitív visszajelzések)</a:t>
            </a:r>
          </a:p>
        </p:txBody>
      </p:sp>
    </p:spTree>
    <p:extLst>
      <p:ext uri="{BB962C8B-B14F-4D97-AF65-F5344CB8AC3E}">
        <p14:creationId xmlns:p14="http://schemas.microsoft.com/office/powerpoint/2010/main" val="2151993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latin typeface="Arial Black" panose="020B0A04020102020204" pitchFamily="34" charset="0"/>
              </a:rPr>
              <a:t>Home oldal 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1567931"/>
            <a:ext cx="10515600" cy="4351338"/>
          </a:xfrm>
        </p:spPr>
        <p:txBody>
          <a:bodyPr>
            <a:normAutofit fontScale="55000" lnSpcReduction="20000"/>
          </a:bodyPr>
          <a:lstStyle/>
          <a:p>
            <a:r>
              <a:rPr lang="hu-HU" dirty="0"/>
              <a:t>A </a:t>
            </a:r>
            <a:r>
              <a:rPr lang="hu-HU" b="1" dirty="0" err="1"/>
              <a:t>navbar</a:t>
            </a:r>
            <a:r>
              <a:rPr lang="hu-HU" b="1" dirty="0"/>
              <a:t> </a:t>
            </a:r>
            <a:r>
              <a:rPr lang="hu-HU" dirty="0"/>
              <a:t>letisztult és egyszerű kialakítású, a következő elemeket tartalmazza:</a:t>
            </a:r>
          </a:p>
          <a:p>
            <a:r>
              <a:rPr lang="hu-HU" b="1" dirty="0"/>
              <a:t>Bal felső sarokban a saját </a:t>
            </a:r>
            <a:r>
              <a:rPr lang="hu-HU" b="1" dirty="0" err="1"/>
              <a:t>logónk</a:t>
            </a:r>
            <a:r>
              <a:rPr lang="hu-HU" dirty="0"/>
              <a:t> ami</a:t>
            </a:r>
            <a:r>
              <a:rPr lang="hu-HU" b="1" dirty="0"/>
              <a:t> </a:t>
            </a:r>
            <a:r>
              <a:rPr lang="hu-HU" dirty="0"/>
              <a:t>kattintható, és a </a:t>
            </a:r>
            <a:r>
              <a:rPr lang="hu-HU" dirty="0" err="1"/>
              <a:t>főoldalra</a:t>
            </a:r>
            <a:r>
              <a:rPr lang="hu-HU" dirty="0"/>
              <a:t> navigál.</a:t>
            </a:r>
          </a:p>
          <a:p>
            <a:r>
              <a:rPr lang="hu-HU" b="1" dirty="0"/>
              <a:t>Menüpontok középen:</a:t>
            </a:r>
          </a:p>
          <a:p>
            <a:r>
              <a:rPr lang="hu-HU" b="1" i="1" dirty="0"/>
              <a:t>-Home </a:t>
            </a:r>
            <a:r>
              <a:rPr lang="hu-HU" dirty="0"/>
              <a:t>Visszairányít a </a:t>
            </a:r>
            <a:r>
              <a:rPr lang="hu-HU" dirty="0" err="1"/>
              <a:t>főoldalra</a:t>
            </a:r>
            <a:r>
              <a:rPr lang="hu-HU" dirty="0"/>
              <a:t>.</a:t>
            </a:r>
          </a:p>
          <a:p>
            <a:r>
              <a:rPr lang="hu-HU" b="1" i="1" dirty="0"/>
              <a:t>-BMI  </a:t>
            </a:r>
            <a:r>
              <a:rPr lang="hu-HU" dirty="0"/>
              <a:t>BMI-kalkulátor oldalra vezet.</a:t>
            </a:r>
          </a:p>
          <a:p>
            <a:r>
              <a:rPr lang="hu-HU" i="1" dirty="0"/>
              <a:t>-</a:t>
            </a:r>
            <a:r>
              <a:rPr lang="hu-HU" b="1" i="1" dirty="0" err="1"/>
              <a:t>Calorie</a:t>
            </a:r>
            <a:r>
              <a:rPr lang="hu-HU" b="1" dirty="0"/>
              <a:t> </a:t>
            </a:r>
            <a:r>
              <a:rPr lang="hu-HU" dirty="0"/>
              <a:t>  A kalóriakalkulátorhoz navigál.</a:t>
            </a:r>
          </a:p>
          <a:p>
            <a:r>
              <a:rPr lang="hu-HU" b="1" i="1" dirty="0"/>
              <a:t>-</a:t>
            </a:r>
            <a:r>
              <a:rPr lang="hu-HU" b="1" i="1" dirty="0" err="1"/>
              <a:t>Diet</a:t>
            </a:r>
            <a:r>
              <a:rPr lang="hu-HU" b="1" dirty="0"/>
              <a:t>   </a:t>
            </a:r>
            <a:r>
              <a:rPr lang="hu-HU" dirty="0"/>
              <a:t>A diétatervek oldalát nyitja meg.</a:t>
            </a:r>
          </a:p>
          <a:p>
            <a:r>
              <a:rPr lang="hu-HU" b="1" dirty="0"/>
              <a:t>Jobb felső sarokban ikonok:</a:t>
            </a:r>
            <a:endParaRPr lang="hu-HU" dirty="0"/>
          </a:p>
          <a:p>
            <a:r>
              <a:rPr lang="hu-HU" b="1" i="1" dirty="0"/>
              <a:t>-Felhasználói ikon</a:t>
            </a:r>
            <a:r>
              <a:rPr lang="hu-HU" b="1" dirty="0"/>
              <a:t>  </a:t>
            </a:r>
            <a:r>
              <a:rPr lang="hu-HU" dirty="0"/>
              <a:t>a bejelentkezési vagy </a:t>
            </a:r>
            <a:r>
              <a:rPr lang="hu-HU" dirty="0" err="1"/>
              <a:t>profiloldhoz</a:t>
            </a:r>
            <a:r>
              <a:rPr lang="hu-HU" dirty="0"/>
              <a:t> vezet.</a:t>
            </a:r>
          </a:p>
          <a:p>
            <a:r>
              <a:rPr lang="hu-HU" b="1" i="1" dirty="0"/>
              <a:t>-Információs ikon</a:t>
            </a:r>
            <a:r>
              <a:rPr lang="hu-HU" b="1" dirty="0"/>
              <a:t>  </a:t>
            </a:r>
            <a:r>
              <a:rPr lang="hu-HU" dirty="0"/>
              <a:t>Lehet, hogy egy súgót vagy további információkat nyit meg.</a:t>
            </a:r>
          </a:p>
          <a:p>
            <a:endParaRPr lang="hu-HU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altLang="hu-HU" b="1" dirty="0" err="1">
                <a:latin typeface="Arial" panose="020B0604020202020204" pitchFamily="34" charset="0"/>
              </a:rPr>
              <a:t>Hover</a:t>
            </a:r>
            <a:r>
              <a:rPr lang="hu-HU" altLang="hu-HU" b="1" dirty="0">
                <a:latin typeface="Arial" panose="020B0604020202020204" pitchFamily="34" charset="0"/>
              </a:rPr>
              <a:t> effekt a szolgáltatásokat bemutató kártyákon:</a:t>
            </a:r>
            <a:r>
              <a:rPr lang="hu-HU" altLang="hu-HU" dirty="0">
                <a:latin typeface="Arial" panose="020B0604020202020204" pitchFamily="34" charset="0"/>
              </a:rPr>
              <a:t> Ha az egérrel rájuk viszed a kurzort, kiemelődnek.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hu-HU" altLang="hu-HU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altLang="hu-HU" b="1" dirty="0">
                <a:latin typeface="Arial" panose="020B0604020202020204" pitchFamily="34" charset="0"/>
              </a:rPr>
              <a:t>Animáció a fő szövegen ("TOGETHER FOR A FITTER FUTURE!"):</a:t>
            </a:r>
            <a:r>
              <a:rPr lang="hu-HU" altLang="hu-HU" dirty="0">
                <a:latin typeface="Arial" panose="020B0604020202020204" pitchFamily="34" charset="0"/>
              </a:rPr>
              <a:t> Amikor az oldal betöltődik vagy frissül, ez a szöveg animációval jelenik meg.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993" y="1512218"/>
            <a:ext cx="5600007" cy="276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07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87626" y="108139"/>
            <a:ext cx="10515600" cy="1325563"/>
          </a:xfrm>
        </p:spPr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BMI kalkulátor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87626" y="1320033"/>
            <a:ext cx="10966174" cy="5249732"/>
          </a:xfrm>
        </p:spPr>
        <p:txBody>
          <a:bodyPr>
            <a:normAutofit fontScale="70000" lnSpcReduction="20000"/>
          </a:bodyPr>
          <a:lstStyle/>
          <a:p>
            <a:r>
              <a:rPr lang="hu-HU" sz="3300" dirty="0"/>
              <a:t>A BMI kalkulátor segít gyorsan és egyszerűen</a:t>
            </a:r>
          </a:p>
          <a:p>
            <a:pPr marL="0" indent="0">
              <a:buNone/>
            </a:pPr>
            <a:r>
              <a:rPr lang="hu-HU" sz="3300" dirty="0"/>
              <a:t>meghatározni, hogy a felhasználó testsúlya</a:t>
            </a:r>
          </a:p>
          <a:p>
            <a:pPr marL="0" indent="0">
              <a:buNone/>
            </a:pPr>
            <a:r>
              <a:rPr lang="hu-HU" sz="3300" dirty="0"/>
              <a:t>egészséges tartományban van-e.</a:t>
            </a:r>
          </a:p>
          <a:p>
            <a:endParaRPr lang="hu-HU" sz="3300" dirty="0"/>
          </a:p>
          <a:p>
            <a:r>
              <a:rPr lang="hu-HU" sz="3300" dirty="0"/>
              <a:t>Magasság: A felhasználó beírhatja</a:t>
            </a:r>
          </a:p>
          <a:p>
            <a:pPr marL="0" indent="0">
              <a:buNone/>
            </a:pPr>
            <a:r>
              <a:rPr lang="hu-HU" sz="3300" dirty="0"/>
              <a:t> a testmagasságát centiméterben</a:t>
            </a:r>
          </a:p>
          <a:p>
            <a:pPr marL="0" indent="0">
              <a:buNone/>
            </a:pPr>
            <a:endParaRPr lang="hu-HU" sz="3300" dirty="0"/>
          </a:p>
          <a:p>
            <a:r>
              <a:rPr lang="hu-HU" sz="3300" dirty="0"/>
              <a:t>Súly: A testsúly kilogrammban adható meg</a:t>
            </a:r>
          </a:p>
          <a:p>
            <a:endParaRPr lang="hu-HU" sz="3300" dirty="0"/>
          </a:p>
          <a:p>
            <a:r>
              <a:rPr lang="hu-HU" sz="3300" dirty="0"/>
              <a:t>Nem kiválasztása: Egy rádiógombos opcióval a</a:t>
            </a:r>
          </a:p>
          <a:p>
            <a:pPr marL="0" indent="0">
              <a:buNone/>
            </a:pPr>
            <a:r>
              <a:rPr lang="hu-HU" sz="3300" dirty="0"/>
              <a:t>felhasználó megadhatja a nemét.</a:t>
            </a:r>
          </a:p>
          <a:p>
            <a:endParaRPr lang="hu-HU" sz="3300" dirty="0"/>
          </a:p>
          <a:p>
            <a:r>
              <a:rPr lang="hu-HU" sz="3300" dirty="0"/>
              <a:t>A kalkulátor ad szöveges visszajelzést is, például:</a:t>
            </a:r>
          </a:p>
          <a:p>
            <a:pPr marL="0" indent="0">
              <a:buNone/>
            </a:pPr>
            <a:r>
              <a:rPr lang="hu-HU" sz="3300" dirty="0"/>
              <a:t>Normál testsúly, Túlsúlyos, Alul táplált</a:t>
            </a:r>
            <a:r>
              <a:rPr lang="hu-HU" dirty="0"/>
              <a:t>.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713" y="814093"/>
            <a:ext cx="6200194" cy="3493182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349" y="4778073"/>
            <a:ext cx="2357079" cy="75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531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latin typeface="Arial Black" panose="020B0A04020102020204" pitchFamily="34" charset="0"/>
              </a:rPr>
              <a:t>Kalória kalkulátor oldal </a:t>
            </a:r>
            <a:endParaRPr lang="hu-HU" dirty="0">
              <a:latin typeface="Arial Black" panose="020B0A04020102020204" pitchFamily="34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24691" y="1690688"/>
            <a:ext cx="11229109" cy="4486275"/>
          </a:xfrm>
        </p:spPr>
        <p:txBody>
          <a:bodyPr>
            <a:normAutofit fontScale="92500" lnSpcReduction="20000"/>
          </a:bodyPr>
          <a:lstStyle/>
          <a:p>
            <a:r>
              <a:rPr lang="hu-HU" dirty="0"/>
              <a:t>Ez az oldal segít a felhasználóknak kiszámítani a napi kalóriaszükségletüket különböző célok szerint.</a:t>
            </a:r>
          </a:p>
          <a:p>
            <a:r>
              <a:rPr lang="hu-HU" dirty="0"/>
              <a:t> A felhasználó megadja a </a:t>
            </a:r>
          </a:p>
          <a:p>
            <a:r>
              <a:rPr lang="hu-HU" b="1" i="1" dirty="0"/>
              <a:t>-testsúlyát</a:t>
            </a:r>
          </a:p>
          <a:p>
            <a:r>
              <a:rPr lang="hu-HU" b="1" i="1" dirty="0"/>
              <a:t>-magasságát</a:t>
            </a:r>
          </a:p>
          <a:p>
            <a:r>
              <a:rPr lang="hu-HU" b="1" i="1" dirty="0"/>
              <a:t>-életkorát</a:t>
            </a:r>
          </a:p>
          <a:p>
            <a:r>
              <a:rPr lang="hu-HU" b="1" i="1" dirty="0"/>
              <a:t>-nemét </a:t>
            </a:r>
          </a:p>
          <a:p>
            <a:r>
              <a:rPr lang="hu-HU" b="1" i="1" dirty="0"/>
              <a:t>-aktivitási szintjét  </a:t>
            </a:r>
          </a:p>
          <a:p>
            <a:r>
              <a:rPr lang="hu-HU" b="1" i="1" dirty="0"/>
              <a:t>-heti súlyváltozási célját.</a:t>
            </a:r>
          </a:p>
          <a:p>
            <a:r>
              <a:rPr lang="hu-HU" dirty="0"/>
              <a:t> A kalkulátor ezután kiszámítja az alapanyagcserét (BMR) és a szükséges kalóriabevitelt a testsúly fenntartásához, fogyáshoz vagy izomtömeg-növeléshez.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0A0320C-02C8-A8E3-7987-1729193D8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092" y="2018879"/>
            <a:ext cx="6528820" cy="314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221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98516" y="240434"/>
            <a:ext cx="10515600" cy="1325563"/>
          </a:xfrm>
        </p:spPr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Diéta oldal</a:t>
            </a:r>
          </a:p>
        </p:txBody>
      </p:sp>
      <p:pic>
        <p:nvPicPr>
          <p:cNvPr id="7" name="Tartalom helye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137" y="1378370"/>
            <a:ext cx="7250202" cy="3655564"/>
          </a:xfrm>
        </p:spPr>
      </p:pic>
      <p:sp>
        <p:nvSpPr>
          <p:cNvPr id="10" name="Szövegdoboz 9"/>
          <p:cNvSpPr txBox="1"/>
          <p:nvPr/>
        </p:nvSpPr>
        <p:spPr>
          <a:xfrm>
            <a:off x="0" y="1378370"/>
            <a:ext cx="49417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Kategorizált hozzávalók, amelyet a </a:t>
            </a:r>
            <a:r>
              <a:rPr lang="hu-HU" dirty="0" err="1"/>
              <a:t>Nutrional</a:t>
            </a:r>
            <a:r>
              <a:rPr lang="hu-HU" dirty="0"/>
              <a:t> </a:t>
            </a:r>
            <a:r>
              <a:rPr lang="hu-HU" dirty="0" err="1"/>
              <a:t>Guide</a:t>
            </a:r>
            <a:r>
              <a:rPr lang="hu-HU" dirty="0"/>
              <a:t> felirat alatt tud váltogatni a felhasználó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Egészséges receptek ezeket pedig lentebb görgetéskor fogja megtalálni a felhasználó</a:t>
            </a:r>
          </a:p>
        </p:txBody>
      </p:sp>
    </p:spTree>
    <p:extLst>
      <p:ext uri="{BB962C8B-B14F-4D97-AF65-F5344CB8AC3E}">
        <p14:creationId xmlns:p14="http://schemas.microsoft.com/office/powerpoint/2010/main" val="2943605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3FF3C8-669D-5B14-8EEE-62E121032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Login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608E68EF-6D88-8634-7E0E-449696371A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6961" y="1520687"/>
            <a:ext cx="7225777" cy="3513276"/>
          </a:xfr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3DDA9063-4993-7329-CB82-F0F409985BAD}"/>
              </a:ext>
            </a:extLst>
          </p:cNvPr>
          <p:cNvSpPr txBox="1"/>
          <p:nvPr/>
        </p:nvSpPr>
        <p:spPr>
          <a:xfrm>
            <a:off x="616225" y="2226365"/>
            <a:ext cx="40307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Felhasználónév és jelszó megadása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Elfelejtett jelszó esetén az email cím segítségével erre is van megoldás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Amennyiben nincs fiókja létrehozhat egy teljesen újat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66271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C04DD4-5F26-7CDD-EE88-80582F6B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Regisztráció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41AB8C9-19C2-3AC6-31C0-104FC59AF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Add meg a felhasználóneved,</a:t>
            </a:r>
          </a:p>
          <a:p>
            <a:pPr marL="0" indent="0">
              <a:buNone/>
            </a:pPr>
            <a:r>
              <a:rPr lang="hu-HU" dirty="0"/>
              <a:t>a nemed, email címed és a</a:t>
            </a:r>
          </a:p>
          <a:p>
            <a:pPr marL="0" indent="0">
              <a:buNone/>
            </a:pPr>
            <a:r>
              <a:rPr lang="hu-HU" dirty="0"/>
              <a:t> </a:t>
            </a:r>
            <a:r>
              <a:rPr lang="hu-HU" dirty="0" err="1"/>
              <a:t>jelszavad</a:t>
            </a:r>
            <a:r>
              <a:rPr lang="hu-HU" dirty="0"/>
              <a:t> úgy, hogy az</a:t>
            </a:r>
          </a:p>
          <a:p>
            <a:pPr marL="0" indent="0">
              <a:buNone/>
            </a:pPr>
            <a:r>
              <a:rPr lang="hu-HU" dirty="0"/>
              <a:t>elvárásoknak megfeleljen</a:t>
            </a:r>
          </a:p>
          <a:p>
            <a:pPr marL="0" indent="0">
              <a:buNone/>
            </a:pPr>
            <a:endParaRPr lang="hu-HU" dirty="0"/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4491BA3-6EC4-1089-360A-E05A4C2B6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26774"/>
            <a:ext cx="6428022" cy="308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337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C04DD4-5F26-7CDD-EE88-80582F6B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Elfelejtett jelszó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41AB8C9-19C2-3AC6-31C0-104FC59AF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hu-HU" dirty="0"/>
          </a:p>
          <a:p>
            <a:endParaRPr lang="hu-HU" dirty="0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A5617C27-EEA4-47CB-A048-0781D21049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79215"/>
            <a:ext cx="5005586" cy="2435009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1A61FF16-CB06-4864-B605-9B0EA52A7C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87" y="2379215"/>
            <a:ext cx="4932345" cy="243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97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Változtatások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38200" y="1833938"/>
            <a:ext cx="10515600" cy="4351338"/>
          </a:xfrm>
        </p:spPr>
        <p:txBody>
          <a:bodyPr/>
          <a:lstStyle/>
          <a:p>
            <a:r>
              <a:rPr lang="hu-HU" dirty="0" err="1"/>
              <a:t>Reszponzivitás</a:t>
            </a:r>
            <a:endParaRPr lang="hu-HU" dirty="0"/>
          </a:p>
          <a:p>
            <a:r>
              <a:rPr lang="hu-HU" dirty="0"/>
              <a:t>Receptek feltöltése</a:t>
            </a:r>
          </a:p>
          <a:p>
            <a:r>
              <a:rPr lang="hu-HU" dirty="0"/>
              <a:t>100 g szemléltetése a hozzávalóknál (leírásba)</a:t>
            </a:r>
          </a:p>
          <a:p>
            <a:r>
              <a:rPr lang="hu-HU" dirty="0"/>
              <a:t>Kalória/BMI adatok mentése adatbázisba</a:t>
            </a:r>
          </a:p>
          <a:p>
            <a:endParaRPr lang="hu-HU" dirty="0"/>
          </a:p>
          <a:p>
            <a:endParaRPr lang="hu-HU" u="sng" dirty="0"/>
          </a:p>
        </p:txBody>
      </p:sp>
    </p:spTree>
    <p:extLst>
      <p:ext uri="{BB962C8B-B14F-4D97-AF65-F5344CB8AC3E}">
        <p14:creationId xmlns:p14="http://schemas.microsoft.com/office/powerpoint/2010/main" val="3232040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697778" y="2933758"/>
            <a:ext cx="10515600" cy="1325563"/>
          </a:xfrm>
        </p:spPr>
        <p:txBody>
          <a:bodyPr/>
          <a:lstStyle/>
          <a:p>
            <a:r>
              <a:rPr lang="hu-HU" dirty="0"/>
              <a:t>Köszönjük a figyelmet!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16107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Microsoft Office PowerPoint</Application>
  <PresentationFormat>Szélesvásznú</PresentationFormat>
  <Paragraphs>74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Office-téma</vt:lpstr>
      <vt:lpstr>FitProject (Vizsgaremek)</vt:lpstr>
      <vt:lpstr>Miért készült?</vt:lpstr>
      <vt:lpstr>Miért kifizetődő?</vt:lpstr>
      <vt:lpstr>Home oldal  </vt:lpstr>
      <vt:lpstr>BMI kalkulátor</vt:lpstr>
      <vt:lpstr>Kalória kalkulátor oldal </vt:lpstr>
      <vt:lpstr>Diéta oldal</vt:lpstr>
      <vt:lpstr>Login</vt:lpstr>
      <vt:lpstr>Regisztráció</vt:lpstr>
      <vt:lpstr>Elfelejtett jelszó</vt:lpstr>
      <vt:lpstr>Változtatások</vt:lpstr>
      <vt:lpstr>Köszönjük a figyelmet!</vt:lpstr>
    </vt:vector>
  </TitlesOfParts>
  <Company>MSZC Kandó Kálmán Informatikai Technikum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FitForm (Vizsgaremek)</dc:title>
  <dc:creator>Radácsi Dávid</dc:creator>
  <cp:lastModifiedBy>Tanuló</cp:lastModifiedBy>
  <cp:revision>8</cp:revision>
  <dcterms:created xsi:type="dcterms:W3CDTF">2025-02-13T06:41:11Z</dcterms:created>
  <dcterms:modified xsi:type="dcterms:W3CDTF">2025-04-03T05:59:19Z</dcterms:modified>
</cp:coreProperties>
</file>