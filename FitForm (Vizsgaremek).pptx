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68" r:id="rId6"/>
    <p:sldId id="269" r:id="rId7"/>
    <p:sldId id="270" r:id="rId8"/>
    <p:sldId id="262" r:id="rId9"/>
    <p:sldId id="260" r:id="rId10"/>
    <p:sldId id="263" r:id="rId11"/>
    <p:sldId id="259" r:id="rId12"/>
    <p:sldId id="265" r:id="rId13"/>
    <p:sldId id="266" r:id="rId14"/>
    <p:sldId id="271" r:id="rId15"/>
    <p:sldId id="261" r:id="rId16"/>
    <p:sldId id="264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ácsi Dávid" initials="RD" lastIdx="1" clrIdx="0">
    <p:extLst>
      <p:ext uri="{19B8F6BF-5375-455C-9EA6-DF929625EA0E}">
        <p15:presenceInfo xmlns:p15="http://schemas.microsoft.com/office/powerpoint/2012/main" userId="Radácsi Dávid" providerId="None"/>
      </p:ext>
    </p:extLst>
  </p:cmAuthor>
  <p:cmAuthor id="2" name="Dávid Radácsi" initials="DR" lastIdx="1" clrIdx="1">
    <p:extLst>
      <p:ext uri="{19B8F6BF-5375-455C-9EA6-DF929625EA0E}">
        <p15:presenceInfo xmlns:p15="http://schemas.microsoft.com/office/powerpoint/2012/main" userId="8a5203cdf7a972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4349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770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614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647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3922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262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1655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379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229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47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73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7751D-19E0-482C-8D32-531803EEB7AB}" type="datetimeFigureOut">
              <a:rPr lang="hu-HU" smtClean="0"/>
              <a:t>2025. 04. 03.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66BCC-52CB-46BE-8839-C3D8C3F8FE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435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449185" y="1637607"/>
            <a:ext cx="9144000" cy="883141"/>
          </a:xfrm>
        </p:spPr>
        <p:txBody>
          <a:bodyPr>
            <a:normAutofit fontScale="90000"/>
          </a:bodyPr>
          <a:lstStyle/>
          <a:p>
            <a:r>
              <a:rPr lang="hu-HU" dirty="0" err="1">
                <a:latin typeface="Arial Black" panose="020B0A04020102020204" pitchFamily="34" charset="0"/>
              </a:rPr>
              <a:t>FitProject</a:t>
            </a:r>
            <a:r>
              <a:rPr lang="hu-HU" dirty="0">
                <a:latin typeface="Arial Black" panose="020B0A04020102020204" pitchFamily="34" charset="0"/>
              </a:rPr>
              <a:t> </a:t>
            </a:r>
            <a:r>
              <a:rPr lang="hu-HU" dirty="0"/>
              <a:t>(Vizsgaremek)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339470" cy="1490870"/>
          </a:xfrm>
        </p:spPr>
        <p:txBody>
          <a:bodyPr>
            <a:normAutofit/>
          </a:bodyPr>
          <a:lstStyle/>
          <a:p>
            <a:r>
              <a:rPr lang="hu-HU" sz="2000" dirty="0"/>
              <a:t>Az életmódbeli változást fontolgató emberek számára hasznos eszközként szolgál, amelyben elérhetőek a BMI/kalória kalkulátorok, valamint receptek és egészséges hozzávalók. </a:t>
            </a:r>
          </a:p>
          <a:p>
            <a:r>
              <a:rPr lang="hu-HU" sz="2000" dirty="0"/>
              <a:t>Készítette: Vályi Roland, </a:t>
            </a:r>
            <a:r>
              <a:rPr lang="hu-HU" sz="2000" dirty="0" err="1"/>
              <a:t>Iroczki</a:t>
            </a:r>
            <a:r>
              <a:rPr lang="hu-HU" sz="2000" dirty="0"/>
              <a:t> Béla, Radácsi Dávid</a:t>
            </a:r>
          </a:p>
        </p:txBody>
      </p:sp>
    </p:spTree>
    <p:extLst>
      <p:ext uri="{BB962C8B-B14F-4D97-AF65-F5344CB8AC3E}">
        <p14:creationId xmlns:p14="http://schemas.microsoft.com/office/powerpoint/2010/main" val="172015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Miért készült?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Fontosnak tartjuk az egészséges táplálkozást és rendszeres testmozgást így nem is volt kérdés a témakör</a:t>
            </a:r>
          </a:p>
          <a:p>
            <a:r>
              <a:rPr lang="hu-HU" dirty="0"/>
              <a:t> Célunk egy olyan program készítése amely tényleges segítséget nyújt 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5044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Miért kifizetődő?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Önbizalom növelése(fizikai megjelenés)</a:t>
            </a:r>
          </a:p>
          <a:p>
            <a:r>
              <a:rPr lang="hu-HU" dirty="0"/>
              <a:t>Mentális egészség javítása (endorfin, szorongás csökkentés)</a:t>
            </a:r>
          </a:p>
          <a:p>
            <a:r>
              <a:rPr lang="hu-HU" dirty="0"/>
              <a:t>Egészséges szokások kialakítása(betegségek megelőzése)</a:t>
            </a:r>
          </a:p>
          <a:p>
            <a:r>
              <a:rPr lang="hu-HU" dirty="0"/>
              <a:t>Közösségi támogatás(bíztatás, pozitív visszajelzések)</a:t>
            </a:r>
          </a:p>
        </p:txBody>
      </p:sp>
    </p:spTree>
    <p:extLst>
      <p:ext uri="{BB962C8B-B14F-4D97-AF65-F5344CB8AC3E}">
        <p14:creationId xmlns:p14="http://schemas.microsoft.com/office/powerpoint/2010/main" val="215199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4CD160-D781-58A5-CF53-39B70E73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>
                <a:latin typeface="Arial Black" panose="020B0A04020102020204" pitchFamily="34" charset="0"/>
              </a:rPr>
              <a:t>Kommunikáció/</a:t>
            </a:r>
            <a:r>
              <a:rPr lang="hu-HU" sz="4000" b="1" dirty="0" err="1">
                <a:latin typeface="Arial Black" panose="020B0A04020102020204" pitchFamily="34" charset="0"/>
              </a:rPr>
              <a:t>segédalkamazások</a:t>
            </a:r>
            <a:endParaRPr lang="hu-HU" sz="4000" b="1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FB7B59-03BA-1538-7975-54ECF7CD0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Trello</a:t>
            </a:r>
            <a:endParaRPr lang="hu-HU" dirty="0"/>
          </a:p>
          <a:p>
            <a:r>
              <a:rPr lang="hu-HU" dirty="0" err="1"/>
              <a:t>Github</a:t>
            </a:r>
            <a:endParaRPr lang="hu-HU" dirty="0"/>
          </a:p>
          <a:p>
            <a:r>
              <a:rPr lang="hu-HU" dirty="0" err="1"/>
              <a:t>Discord</a:t>
            </a:r>
            <a:endParaRPr lang="hu-HU" dirty="0"/>
          </a:p>
          <a:p>
            <a:r>
              <a:rPr lang="hu-HU" dirty="0" err="1"/>
              <a:t>Gmail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9103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AB03D-ADE6-BA6C-23DE-A2E4F376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Nehézségek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96F6FE-1090-5F21-0EA7-3B213ED2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Adatbázis tervezés</a:t>
            </a:r>
          </a:p>
          <a:p>
            <a:r>
              <a:rPr lang="hu-HU" dirty="0"/>
              <a:t>Bejelentkezés</a:t>
            </a:r>
          </a:p>
          <a:p>
            <a:r>
              <a:rPr lang="hu-HU" dirty="0"/>
              <a:t>Felhasználói felület</a:t>
            </a:r>
          </a:p>
          <a:p>
            <a:r>
              <a:rPr lang="hu-HU" dirty="0"/>
              <a:t>Kalória </a:t>
            </a:r>
            <a:r>
              <a:rPr lang="hu-HU" dirty="0" err="1"/>
              <a:t>reszponzivitás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616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9E1EA3-3ECE-6B2E-21AE-F0D159EA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Keretrendszerek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5CDF1C-129E-62F6-8E3F-858081838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React</a:t>
            </a:r>
            <a:r>
              <a:rPr lang="hu-HU" dirty="0"/>
              <a:t>/</a:t>
            </a:r>
            <a:r>
              <a:rPr lang="hu-HU" dirty="0" err="1"/>
              <a:t>javascript</a:t>
            </a:r>
            <a:r>
              <a:rPr lang="hu-HU" dirty="0"/>
              <a:t> (frontend)</a:t>
            </a:r>
          </a:p>
          <a:p>
            <a:r>
              <a:rPr lang="hu-HU" dirty="0" err="1"/>
              <a:t>MySQL</a:t>
            </a:r>
            <a:r>
              <a:rPr lang="hu-HU" dirty="0"/>
              <a:t> (adatbázis)</a:t>
            </a:r>
          </a:p>
          <a:p>
            <a:r>
              <a:rPr lang="hu-HU" dirty="0"/>
              <a:t>WEB.API (backend)</a:t>
            </a:r>
          </a:p>
          <a:p>
            <a:r>
              <a:rPr lang="hu-HU" dirty="0"/>
              <a:t>WPF (</a:t>
            </a:r>
            <a:r>
              <a:rPr lang="hu-HU" dirty="0" err="1"/>
              <a:t>admin</a:t>
            </a:r>
            <a:r>
              <a:rPr lang="hu-HU" dirty="0"/>
              <a:t> felület)</a:t>
            </a:r>
          </a:p>
        </p:txBody>
      </p:sp>
    </p:spTree>
    <p:extLst>
      <p:ext uri="{BB962C8B-B14F-4D97-AF65-F5344CB8AC3E}">
        <p14:creationId xmlns:p14="http://schemas.microsoft.com/office/powerpoint/2010/main" val="327371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AB39FF-1F3F-0EDA-872B-3A274E8A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Adatbázis szerkezet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5907827-F5A7-ADC8-EC96-F48ABD411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418" y="1690688"/>
            <a:ext cx="8572130" cy="4502042"/>
          </a:xfrm>
        </p:spPr>
      </p:pic>
    </p:spTree>
    <p:extLst>
      <p:ext uri="{BB962C8B-B14F-4D97-AF65-F5344CB8AC3E}">
        <p14:creationId xmlns:p14="http://schemas.microsoft.com/office/powerpoint/2010/main" val="2021133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Black" panose="020B0A04020102020204" pitchFamily="34" charset="0"/>
              </a:rPr>
              <a:t>Home oldal 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567931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hu-HU" dirty="0"/>
              <a:t>A </a:t>
            </a:r>
            <a:r>
              <a:rPr lang="hu-HU" b="1" dirty="0" err="1"/>
              <a:t>navbar</a:t>
            </a:r>
            <a:r>
              <a:rPr lang="hu-HU" b="1" dirty="0"/>
              <a:t> </a:t>
            </a:r>
            <a:r>
              <a:rPr lang="hu-HU" dirty="0"/>
              <a:t>letisztult és egyszerű kialakítású, a következő elemeket tartalmazza:</a:t>
            </a:r>
          </a:p>
          <a:p>
            <a:r>
              <a:rPr lang="hu-HU" b="1" dirty="0"/>
              <a:t>Bal felső sarokban a saját </a:t>
            </a:r>
            <a:r>
              <a:rPr lang="hu-HU" b="1" dirty="0" err="1"/>
              <a:t>logónk</a:t>
            </a:r>
            <a:r>
              <a:rPr lang="hu-HU" dirty="0"/>
              <a:t> ami</a:t>
            </a:r>
            <a:r>
              <a:rPr lang="hu-HU" b="1" dirty="0"/>
              <a:t> </a:t>
            </a:r>
            <a:r>
              <a:rPr lang="hu-HU" dirty="0"/>
              <a:t>kattintható, és a </a:t>
            </a:r>
            <a:r>
              <a:rPr lang="hu-HU" dirty="0" err="1"/>
              <a:t>főoldalra</a:t>
            </a:r>
            <a:r>
              <a:rPr lang="hu-HU" dirty="0"/>
              <a:t> navigál.</a:t>
            </a:r>
          </a:p>
          <a:p>
            <a:r>
              <a:rPr lang="hu-HU" b="1" dirty="0"/>
              <a:t>Menüpontok középen:</a:t>
            </a:r>
          </a:p>
          <a:p>
            <a:r>
              <a:rPr lang="hu-HU" b="1" i="1" dirty="0"/>
              <a:t>-Home </a:t>
            </a:r>
            <a:r>
              <a:rPr lang="hu-HU" dirty="0"/>
              <a:t>Visszairányít a </a:t>
            </a:r>
            <a:r>
              <a:rPr lang="hu-HU" dirty="0" err="1"/>
              <a:t>főoldalra</a:t>
            </a:r>
            <a:r>
              <a:rPr lang="hu-HU" dirty="0"/>
              <a:t>.</a:t>
            </a:r>
          </a:p>
          <a:p>
            <a:r>
              <a:rPr lang="hu-HU" b="1" i="1" dirty="0"/>
              <a:t>-BMI  </a:t>
            </a:r>
            <a:r>
              <a:rPr lang="hu-HU" dirty="0"/>
              <a:t>BMI-kalkulátor oldalra vezet.</a:t>
            </a:r>
          </a:p>
          <a:p>
            <a:r>
              <a:rPr lang="hu-HU" i="1" dirty="0"/>
              <a:t>-</a:t>
            </a:r>
            <a:r>
              <a:rPr lang="hu-HU" b="1" i="1" dirty="0" err="1"/>
              <a:t>Calorie</a:t>
            </a:r>
            <a:r>
              <a:rPr lang="hu-HU" b="1" dirty="0"/>
              <a:t> </a:t>
            </a:r>
            <a:r>
              <a:rPr lang="hu-HU" dirty="0"/>
              <a:t>  A kalóriakalkulátorhoz navigál.</a:t>
            </a:r>
          </a:p>
          <a:p>
            <a:r>
              <a:rPr lang="hu-HU" b="1" i="1" dirty="0"/>
              <a:t>-</a:t>
            </a:r>
            <a:r>
              <a:rPr lang="hu-HU" b="1" i="1" dirty="0" err="1"/>
              <a:t>Diet</a:t>
            </a:r>
            <a:r>
              <a:rPr lang="hu-HU" b="1" dirty="0"/>
              <a:t>   </a:t>
            </a:r>
            <a:r>
              <a:rPr lang="hu-HU" dirty="0"/>
              <a:t>A diétatervek oldalát nyitja meg.</a:t>
            </a:r>
          </a:p>
          <a:p>
            <a:r>
              <a:rPr lang="hu-HU" b="1" dirty="0"/>
              <a:t>Jobb felső sarokban ikonok:</a:t>
            </a:r>
            <a:endParaRPr lang="hu-HU" dirty="0"/>
          </a:p>
          <a:p>
            <a:r>
              <a:rPr lang="hu-HU" b="1" i="1" dirty="0"/>
              <a:t>-Felhasználói ikon</a:t>
            </a:r>
            <a:r>
              <a:rPr lang="hu-HU" b="1" dirty="0"/>
              <a:t>  </a:t>
            </a:r>
            <a:r>
              <a:rPr lang="hu-HU" dirty="0"/>
              <a:t>a bejelentkezési vagy </a:t>
            </a:r>
            <a:r>
              <a:rPr lang="hu-HU" dirty="0" err="1"/>
              <a:t>profiloldhoz</a:t>
            </a:r>
            <a:r>
              <a:rPr lang="hu-HU" dirty="0"/>
              <a:t> vezet.</a:t>
            </a:r>
          </a:p>
          <a:p>
            <a:r>
              <a:rPr lang="hu-HU" b="1" i="1" dirty="0"/>
              <a:t>-Információs ikon</a:t>
            </a:r>
            <a:r>
              <a:rPr lang="hu-HU" b="1" dirty="0"/>
              <a:t>  </a:t>
            </a:r>
            <a:r>
              <a:rPr lang="hu-HU" dirty="0"/>
              <a:t>Lehet, hogy egy súgót vagy további információkat nyit meg.</a:t>
            </a:r>
          </a:p>
          <a:p>
            <a:endParaRPr lang="hu-HU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 err="1">
                <a:latin typeface="Arial" panose="020B0604020202020204" pitchFamily="34" charset="0"/>
              </a:rPr>
              <a:t>Hover</a:t>
            </a:r>
            <a:r>
              <a:rPr lang="hu-HU" altLang="hu-HU" b="1" dirty="0">
                <a:latin typeface="Arial" panose="020B0604020202020204" pitchFamily="34" charset="0"/>
              </a:rPr>
              <a:t> effekt a szolgáltatásokat bemutató kártyákon:</a:t>
            </a:r>
            <a:r>
              <a:rPr lang="hu-HU" altLang="hu-HU" dirty="0">
                <a:latin typeface="Arial" panose="020B0604020202020204" pitchFamily="34" charset="0"/>
              </a:rPr>
              <a:t> Ha az egérrel rájuk viszed a kurzort, kiemelődnek.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hu-HU" altLang="hu-HU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u-HU" altLang="hu-HU" b="1" dirty="0">
                <a:latin typeface="Arial" panose="020B0604020202020204" pitchFamily="34" charset="0"/>
              </a:rPr>
              <a:t>Animáció a fő szövegen ("TOGETHER FOR A FITTER FUTURE!"):</a:t>
            </a:r>
            <a:r>
              <a:rPr lang="hu-HU" altLang="hu-HU" dirty="0">
                <a:latin typeface="Arial" panose="020B0604020202020204" pitchFamily="34" charset="0"/>
              </a:rPr>
              <a:t> Amikor az oldal betöltődik vagy frissül, ez a szöveg animációval jelenik meg.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993" y="1512218"/>
            <a:ext cx="5600007" cy="276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0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7626" y="108139"/>
            <a:ext cx="10515600" cy="132556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BMI kalkulátor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87626" y="1320033"/>
            <a:ext cx="10966174" cy="5249732"/>
          </a:xfrm>
        </p:spPr>
        <p:txBody>
          <a:bodyPr>
            <a:normAutofit fontScale="70000" lnSpcReduction="20000"/>
          </a:bodyPr>
          <a:lstStyle/>
          <a:p>
            <a:r>
              <a:rPr lang="hu-HU" sz="3300" dirty="0"/>
              <a:t>A BMI kalkulátor segít gyorsan és egyszerűen</a:t>
            </a:r>
          </a:p>
          <a:p>
            <a:pPr marL="0" indent="0">
              <a:buNone/>
            </a:pPr>
            <a:r>
              <a:rPr lang="hu-HU" sz="3300" dirty="0"/>
              <a:t>meghatározni, hogy a felhasználó testsúlya</a:t>
            </a:r>
          </a:p>
          <a:p>
            <a:pPr marL="0" indent="0">
              <a:buNone/>
            </a:pPr>
            <a:r>
              <a:rPr lang="hu-HU" sz="3300" dirty="0"/>
              <a:t>egészséges tartományban van-e.</a:t>
            </a:r>
          </a:p>
          <a:p>
            <a:endParaRPr lang="hu-HU" sz="3300" dirty="0"/>
          </a:p>
          <a:p>
            <a:r>
              <a:rPr lang="hu-HU" sz="3300" dirty="0"/>
              <a:t>Magasság: A felhasználó beírhatja</a:t>
            </a:r>
          </a:p>
          <a:p>
            <a:pPr marL="0" indent="0">
              <a:buNone/>
            </a:pPr>
            <a:r>
              <a:rPr lang="hu-HU" sz="3300" dirty="0"/>
              <a:t> a testmagasságát centiméterben</a:t>
            </a:r>
          </a:p>
          <a:p>
            <a:pPr marL="0" indent="0">
              <a:buNone/>
            </a:pPr>
            <a:endParaRPr lang="hu-HU" sz="3300" dirty="0"/>
          </a:p>
          <a:p>
            <a:r>
              <a:rPr lang="hu-HU" sz="3300" dirty="0"/>
              <a:t>Súly: A testsúly kilogrammban adható meg</a:t>
            </a:r>
          </a:p>
          <a:p>
            <a:endParaRPr lang="hu-HU" sz="3300" dirty="0"/>
          </a:p>
          <a:p>
            <a:r>
              <a:rPr lang="hu-HU" sz="3300" dirty="0"/>
              <a:t>Nem kiválasztása: Egy rádiógombos opcióval a</a:t>
            </a:r>
          </a:p>
          <a:p>
            <a:pPr marL="0" indent="0">
              <a:buNone/>
            </a:pPr>
            <a:r>
              <a:rPr lang="hu-HU" sz="3300" dirty="0"/>
              <a:t>felhasználó megadhatja a nemét.</a:t>
            </a:r>
          </a:p>
          <a:p>
            <a:endParaRPr lang="hu-HU" sz="3300" dirty="0"/>
          </a:p>
          <a:p>
            <a:r>
              <a:rPr lang="hu-HU" sz="3300" dirty="0"/>
              <a:t>A kalkulátor ad szöveges visszajelzést is, például:</a:t>
            </a:r>
          </a:p>
          <a:p>
            <a:pPr marL="0" indent="0">
              <a:buNone/>
            </a:pPr>
            <a:r>
              <a:rPr lang="hu-HU" sz="3300" dirty="0"/>
              <a:t>Normál testsúly, Túlsúlyos, Alul táplált</a:t>
            </a:r>
            <a:r>
              <a:rPr lang="hu-HU" dirty="0"/>
              <a:t>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0920"/>
            <a:ext cx="6096000" cy="3434479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349" y="4778073"/>
            <a:ext cx="2357079" cy="75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31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Arial Black" panose="020B0A04020102020204" pitchFamily="34" charset="0"/>
              </a:rPr>
              <a:t>Kalória kalkulátor oldal </a:t>
            </a:r>
            <a:endParaRPr lang="hu-HU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4691" y="1690688"/>
            <a:ext cx="11229109" cy="4486275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Ez az oldal segít a felhasználóknak kiszámítani a napi kalóriaszükségletüket különböző célok szerint.</a:t>
            </a:r>
          </a:p>
          <a:p>
            <a:r>
              <a:rPr lang="hu-HU" dirty="0"/>
              <a:t> A felhasználó megadja a </a:t>
            </a:r>
          </a:p>
          <a:p>
            <a:r>
              <a:rPr lang="hu-HU" b="1" i="1" dirty="0"/>
              <a:t>-testsúlyát</a:t>
            </a:r>
          </a:p>
          <a:p>
            <a:r>
              <a:rPr lang="hu-HU" b="1" i="1" dirty="0"/>
              <a:t>-magasságát</a:t>
            </a:r>
          </a:p>
          <a:p>
            <a:r>
              <a:rPr lang="hu-HU" b="1" i="1" dirty="0"/>
              <a:t>-életkorát</a:t>
            </a:r>
          </a:p>
          <a:p>
            <a:r>
              <a:rPr lang="hu-HU" b="1" i="1" dirty="0"/>
              <a:t>-nemét </a:t>
            </a:r>
          </a:p>
          <a:p>
            <a:r>
              <a:rPr lang="hu-HU" b="1" i="1" dirty="0"/>
              <a:t>-aktivitási szintjét  </a:t>
            </a:r>
          </a:p>
          <a:p>
            <a:r>
              <a:rPr lang="hu-HU" b="1" i="1" dirty="0"/>
              <a:t>-heti súlyváltozási célját.</a:t>
            </a:r>
          </a:p>
          <a:p>
            <a:r>
              <a:rPr lang="hu-HU" dirty="0"/>
              <a:t> A kalkulátor ezután kiszámítja az alapanyagcserét (BMR) és a szükséges kalóriabevitelt a testsúly fenntartásához, fogyáshoz vagy izomtömeg-növeléshez.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0A0320C-02C8-A8E3-7987-1729193D8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092" y="2018879"/>
            <a:ext cx="6528820" cy="31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2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98516" y="240434"/>
            <a:ext cx="10515600" cy="1325563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Diéta oldal</a:t>
            </a:r>
          </a:p>
        </p:txBody>
      </p:sp>
      <p:pic>
        <p:nvPicPr>
          <p:cNvPr id="7" name="Tartalom helye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137" y="1378370"/>
            <a:ext cx="7250202" cy="3655564"/>
          </a:xfrm>
        </p:spPr>
      </p:pic>
      <p:sp>
        <p:nvSpPr>
          <p:cNvPr id="10" name="Szövegdoboz 9"/>
          <p:cNvSpPr txBox="1"/>
          <p:nvPr/>
        </p:nvSpPr>
        <p:spPr>
          <a:xfrm>
            <a:off x="0" y="1378370"/>
            <a:ext cx="49417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Kategorizált hozzávalók, amelyet a </a:t>
            </a:r>
            <a:r>
              <a:rPr lang="hu-HU" dirty="0" err="1"/>
              <a:t>Nutrional</a:t>
            </a:r>
            <a:r>
              <a:rPr lang="hu-HU" dirty="0"/>
              <a:t> </a:t>
            </a:r>
            <a:r>
              <a:rPr lang="hu-HU" dirty="0" err="1"/>
              <a:t>Guide</a:t>
            </a:r>
            <a:r>
              <a:rPr lang="hu-HU" dirty="0"/>
              <a:t> felirat alatt tud váltogatni a felhasználó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Egészséges receptek ezeket pedig lentebb görgetéskor fogja megtalálni a felhasználó</a:t>
            </a:r>
          </a:p>
        </p:txBody>
      </p:sp>
    </p:spTree>
    <p:extLst>
      <p:ext uri="{BB962C8B-B14F-4D97-AF65-F5344CB8AC3E}">
        <p14:creationId xmlns:p14="http://schemas.microsoft.com/office/powerpoint/2010/main" val="294360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3FF3C8-669D-5B14-8EEE-62E12103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Login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08E68EF-6D88-8634-7E0E-449696371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6961" y="1520687"/>
            <a:ext cx="7225777" cy="3513276"/>
          </a:xfr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3DDA9063-4993-7329-CB82-F0F409985BAD}"/>
              </a:ext>
            </a:extLst>
          </p:cNvPr>
          <p:cNvSpPr txBox="1"/>
          <p:nvPr/>
        </p:nvSpPr>
        <p:spPr>
          <a:xfrm>
            <a:off x="616225" y="2226365"/>
            <a:ext cx="40307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Felhasználónév és jelszó megadása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Elfelejtett jelszó esetén az email cím segítségével erre is van megoldás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Amennyiben nincs fiókja létrehozhat egy teljesen újat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66271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C04DD4-5F26-7CDD-EE88-80582F6B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Regisztráció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1AB8C9-19C2-3AC6-31C0-104FC59AF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Add meg a felhasználóneved,</a:t>
            </a:r>
          </a:p>
          <a:p>
            <a:pPr marL="0" indent="0">
              <a:buNone/>
            </a:pPr>
            <a:r>
              <a:rPr lang="hu-HU" dirty="0"/>
              <a:t>a nemed, email címed és a</a:t>
            </a:r>
          </a:p>
          <a:p>
            <a:pPr marL="0" indent="0">
              <a:buNone/>
            </a:pPr>
            <a:r>
              <a:rPr lang="hu-HU" dirty="0"/>
              <a:t> </a:t>
            </a:r>
            <a:r>
              <a:rPr lang="hu-HU" dirty="0" err="1"/>
              <a:t>jelszavad</a:t>
            </a:r>
            <a:r>
              <a:rPr lang="hu-HU" dirty="0"/>
              <a:t> úgy, hogy az</a:t>
            </a:r>
          </a:p>
          <a:p>
            <a:pPr marL="0" indent="0">
              <a:buNone/>
            </a:pPr>
            <a:r>
              <a:rPr lang="hu-HU" dirty="0"/>
              <a:t>elvárásoknak megfeleljen</a:t>
            </a: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4491BA3-6EC4-1089-360A-E05A4C2B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260" y="743790"/>
            <a:ext cx="6428022" cy="308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37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F9AEF4-4DEA-1D23-DC9A-17F74F0E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Elfelejtett jelszó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D242EA3-4CCB-6CA4-95DE-27C1FE400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7764" y="2028619"/>
            <a:ext cx="7504236" cy="3591201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CC97DDD-6792-D787-D1CC-8190B4D9AFDD}"/>
              </a:ext>
            </a:extLst>
          </p:cNvPr>
          <p:cNvSpPr txBox="1"/>
          <p:nvPr/>
        </p:nvSpPr>
        <p:spPr>
          <a:xfrm>
            <a:off x="606286" y="2028619"/>
            <a:ext cx="447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Megadott email címre linket küld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Ezt követően tudunk új jelszót beállítani</a:t>
            </a:r>
          </a:p>
        </p:txBody>
      </p:sp>
    </p:spTree>
    <p:extLst>
      <p:ext uri="{BB962C8B-B14F-4D97-AF65-F5344CB8AC3E}">
        <p14:creationId xmlns:p14="http://schemas.microsoft.com/office/powerpoint/2010/main" val="3098382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Változtatások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1833938"/>
            <a:ext cx="10515600" cy="4351338"/>
          </a:xfrm>
        </p:spPr>
        <p:txBody>
          <a:bodyPr/>
          <a:lstStyle/>
          <a:p>
            <a:r>
              <a:rPr lang="hu-HU" dirty="0" err="1"/>
              <a:t>Reszponzivitás</a:t>
            </a:r>
            <a:endParaRPr lang="hu-HU" dirty="0"/>
          </a:p>
          <a:p>
            <a:r>
              <a:rPr lang="hu-HU" dirty="0"/>
              <a:t>Receptek feltöltése</a:t>
            </a:r>
          </a:p>
          <a:p>
            <a:r>
              <a:rPr lang="hu-HU" dirty="0"/>
              <a:t>100 g szemléltetése a hozzávalóknál (leírásba)</a:t>
            </a:r>
          </a:p>
          <a:p>
            <a:r>
              <a:rPr lang="hu-HU" dirty="0"/>
              <a:t>Kalória/BMI adatok mentése adatbázisba</a:t>
            </a:r>
          </a:p>
          <a:p>
            <a:endParaRPr lang="hu-HU" dirty="0"/>
          </a:p>
          <a:p>
            <a:endParaRPr lang="hu-HU" u="sng" dirty="0"/>
          </a:p>
        </p:txBody>
      </p:sp>
    </p:spTree>
    <p:extLst>
      <p:ext uri="{BB962C8B-B14F-4D97-AF65-F5344CB8AC3E}">
        <p14:creationId xmlns:p14="http://schemas.microsoft.com/office/powerpoint/2010/main" val="3232040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697778" y="2933758"/>
            <a:ext cx="10515600" cy="1325563"/>
          </a:xfrm>
        </p:spPr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1610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494</Words>
  <Application>Microsoft Office PowerPoint</Application>
  <PresentationFormat>Szélesvásznú</PresentationFormat>
  <Paragraphs>92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Office-téma</vt:lpstr>
      <vt:lpstr>FitProject (Vizsgaremek)</vt:lpstr>
      <vt:lpstr>Miért készült?</vt:lpstr>
      <vt:lpstr>Miért kifizetődő?</vt:lpstr>
      <vt:lpstr>Kommunikáció/segédalkamazások</vt:lpstr>
      <vt:lpstr>Nehézségek</vt:lpstr>
      <vt:lpstr>Keretrendszerek</vt:lpstr>
      <vt:lpstr>Adatbázis szerkezet</vt:lpstr>
      <vt:lpstr>Home oldal  </vt:lpstr>
      <vt:lpstr>BMI kalkulátor</vt:lpstr>
      <vt:lpstr>Kalória kalkulátor oldal </vt:lpstr>
      <vt:lpstr>Diéta oldal</vt:lpstr>
      <vt:lpstr>Login</vt:lpstr>
      <vt:lpstr>Regisztráció</vt:lpstr>
      <vt:lpstr>Elfelejtett jelszó</vt:lpstr>
      <vt:lpstr>Változtatások</vt:lpstr>
      <vt:lpstr>Köszönjük a figyelmet!</vt:lpstr>
    </vt:vector>
  </TitlesOfParts>
  <Company>MSZC Kandó Kálmán Informatikai Technikum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FitForm (Vizsgaremek)</dc:title>
  <dc:creator>Radácsi Dávid</dc:creator>
  <cp:lastModifiedBy>Dávid Radácsi</cp:lastModifiedBy>
  <cp:revision>8</cp:revision>
  <dcterms:created xsi:type="dcterms:W3CDTF">2025-02-13T06:41:11Z</dcterms:created>
  <dcterms:modified xsi:type="dcterms:W3CDTF">2025-04-03T07:32:33Z</dcterms:modified>
</cp:coreProperties>
</file>